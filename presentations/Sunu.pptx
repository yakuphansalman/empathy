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D5AAC72-5C2D-28AA-56DE-1BB65DA459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370F4FDB-10FA-4DBA-E375-6FA1FFA9A9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42B2D42-572C-AEFE-0BBF-3AB7CE6D4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B5827-B872-4F13-AC8D-34F18E162881}" type="datetimeFigureOut">
              <a:rPr lang="tr-TR" smtClean="0"/>
              <a:t>14.05.2026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2A551AF-BDC2-AAED-2E42-E27E7ACE5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51D34BB-82AF-68ED-615A-D51A118B2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E8488-6656-4467-9D95-858776D50E7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29435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9E4D828-5A7B-C88D-8B2D-CA0277518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EA7BF40-4F5D-24CD-C042-F66B758F8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B9D29F5-28BC-C8F5-67E5-BC493C844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B5827-B872-4F13-AC8D-34F18E162881}" type="datetimeFigureOut">
              <a:rPr lang="tr-TR" smtClean="0"/>
              <a:t>14.05.2026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2C4D422-0E3F-DB13-0E1D-C4DE1FFE9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CF147A8-1D74-A392-F862-B44CD19EA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E8488-6656-4467-9D95-858776D50E7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11949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58321E4-5F9A-ED1E-76A7-34F89950B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AB067D1-C13E-5C4D-3E2F-CFBFF65BD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19085F4-B696-A4FE-E720-5B8515A5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B5827-B872-4F13-AC8D-34F18E162881}" type="datetimeFigureOut">
              <a:rPr lang="tr-TR" smtClean="0"/>
              <a:t>14.05.2026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16A9CC9-58AA-4126-ED34-ED961450E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6A51E14-9F36-5D4E-611C-CABD63A6A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E8488-6656-4467-9D95-858776D50E7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63773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DB1D344-7E1D-3E2D-107E-FCAC4C8FA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AA87ADB-B254-17BC-31AC-38AE447D3A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C4432D1D-68CE-EABB-0458-2D414A4A5A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9815AD5F-4ABC-E0DA-3D77-B3B625DEA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B5827-B872-4F13-AC8D-34F18E162881}" type="datetimeFigureOut">
              <a:rPr lang="tr-TR" smtClean="0"/>
              <a:t>14.05.2026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4D0D1FA4-8FB7-C1A5-1CE6-5D4F79F6B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7EF686C4-30C5-FBF5-74EF-E383A8BF5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E8488-6656-4467-9D95-858776D50E7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24774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4938FB4-56B1-84FC-3C46-D000C3C73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155D13AB-4961-51FA-88A2-DB00FE6B4C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77A7BE9A-FBD9-CC36-8ED5-65E7EE1F91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28B4F590-D5FD-B964-06D0-1A2C6383BD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1EE1A66D-77CF-CD7A-00F0-F3A85EBF5D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9DEB14AF-A34D-6E1D-144B-EFB0E6820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B5827-B872-4F13-AC8D-34F18E162881}" type="datetimeFigureOut">
              <a:rPr lang="tr-TR" smtClean="0"/>
              <a:t>14.05.2026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06AB2B79-DAA9-8AD0-2BD5-0971D25C5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846321BA-9759-3451-DB25-98BB45532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E8488-6656-4467-9D95-858776D50E7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68343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B585673-413C-0080-C83B-8D640044C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C9F8711D-6067-531B-FF48-A03F75D8E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B5827-B872-4F13-AC8D-34F18E162881}" type="datetimeFigureOut">
              <a:rPr lang="tr-TR" smtClean="0"/>
              <a:t>14.05.2026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F6452BB7-8F19-E1F4-7BFC-A525915D1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37E61526-4A56-24C9-93C9-C285F6FF6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E8488-6656-4467-9D95-858776D50E7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97556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8FAA8EDF-B389-28B0-8D9F-ED7C35712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B5827-B872-4F13-AC8D-34F18E162881}" type="datetimeFigureOut">
              <a:rPr lang="tr-TR" smtClean="0"/>
              <a:t>14.05.2026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B5852564-A30B-EBEA-C6A3-8B197C47C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208BDBCD-B453-8758-E0CE-FC9695A5A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E8488-6656-4467-9D95-858776D50E7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26354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685C62F-8594-9919-9592-C7DB78F75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C485542-151E-6744-E74E-8CCCF53C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26DAED90-D1C8-FF0D-F4AA-2A46DBEFFF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A66DC5D8-8367-7A59-9AC5-E3B12024C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B5827-B872-4F13-AC8D-34F18E162881}" type="datetimeFigureOut">
              <a:rPr lang="tr-TR" smtClean="0"/>
              <a:t>14.05.2026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36DEFF5A-1B30-C9E6-0D00-1B7EC665A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5169AFE0-3444-1555-F4F5-F1849D453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E8488-6656-4467-9D95-858776D50E7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18366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389EC3B-AAAE-B892-CB8B-5CF45CF2A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E144FAA5-186E-D4D7-60FF-1361F36ABA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C6DC27E2-CBE7-2A46-5CEB-032CD98E92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7E4107CC-F6EA-5AD7-1795-7497DE0CE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B5827-B872-4F13-AC8D-34F18E162881}" type="datetimeFigureOut">
              <a:rPr lang="tr-TR" smtClean="0"/>
              <a:t>14.05.2026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D6227BA9-D6BA-FC5B-1D59-4D44D77C7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F5B5F1ED-4037-0667-2375-A06F98A27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E8488-6656-4467-9D95-858776D50E7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64451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670D597-D082-92E1-3459-F910E8D76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70DCDCF2-AA3A-7978-F598-B798262B51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664A753-1A22-68B4-4D8B-174103996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B5827-B872-4F13-AC8D-34F18E162881}" type="datetimeFigureOut">
              <a:rPr lang="tr-TR" smtClean="0"/>
              <a:t>14.05.2026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E4447D9-BA41-B0C6-94B5-62D60CFB5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C783917-39FE-0795-87C1-C8E84F8D4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E8488-6656-4467-9D95-858776D50E7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25361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6BFFF06D-272F-7587-C713-C5850F232D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CB399B20-1B8E-9E99-CF53-8F9274F306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7519658-EF8B-F72C-DD3C-475F8C629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B5827-B872-4F13-AC8D-34F18E162881}" type="datetimeFigureOut">
              <a:rPr lang="tr-TR" smtClean="0"/>
              <a:t>14.05.2026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C4C2A84-DC7A-6DBF-5372-21799D663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5F28290-7944-78D4-1F21-1DAAA211F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E8488-6656-4467-9D95-858776D50E7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91819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2AECEF5F-A7B0-07AC-F076-2555D58F0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1405AA4D-6125-49A1-24C0-24E583995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336B949-50DE-C3DD-E9FA-49013F50BE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AB5827-B872-4F13-AC8D-34F18E162881}" type="datetimeFigureOut">
              <a:rPr lang="tr-TR" smtClean="0"/>
              <a:t>14.05.2026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55BB293-73D5-C645-9088-1E6DD402D3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AA4DD26-C1AB-B12C-5305-266A979BDB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7E8488-6656-4467-9D95-858776D50E7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61395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kz.itch.io/edn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D8EC5AC-A335-53FB-8133-E178287716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63972" y="1122363"/>
            <a:ext cx="8452238" cy="2387600"/>
          </a:xfrm>
        </p:spPr>
        <p:txBody>
          <a:bodyPr>
            <a:normAutofit/>
          </a:bodyPr>
          <a:lstStyle/>
          <a:p>
            <a:r>
              <a:rPr lang="tr-TR" dirty="0"/>
              <a:t>Web Tabanlı Programlama 1. Proje Ödevi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72E18A4C-CEE6-661C-3D48-59B1D5CD51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3970" y="3602038"/>
            <a:ext cx="8452239" cy="1655762"/>
          </a:xfrm>
        </p:spPr>
        <p:txBody>
          <a:bodyPr>
            <a:normAutofit/>
          </a:bodyPr>
          <a:lstStyle/>
          <a:p>
            <a:r>
              <a:rPr lang="tr-TR" sz="8000" b="1" dirty="0">
                <a:latin typeface="Agency FB" panose="020B0503020202020204" pitchFamily="34" charset="0"/>
              </a:rPr>
              <a:t>Empati</a:t>
            </a:r>
          </a:p>
        </p:txBody>
      </p:sp>
    </p:spTree>
    <p:extLst>
      <p:ext uri="{BB962C8B-B14F-4D97-AF65-F5344CB8AC3E}">
        <p14:creationId xmlns:p14="http://schemas.microsoft.com/office/powerpoint/2010/main" val="1319769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4CE11D6-48B8-EC5F-5D61-11E11D47D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Örnek Oyun: Edna</a:t>
            </a:r>
          </a:p>
        </p:txBody>
      </p:sp>
      <p:pic>
        <p:nvPicPr>
          <p:cNvPr id="9" name="İçerik Yer Tutucusu 8">
            <a:extLst>
              <a:ext uri="{FF2B5EF4-FFF2-40B4-BE49-F238E27FC236}">
                <a16:creationId xmlns:a16="http://schemas.microsoft.com/office/drawing/2014/main" id="{86784339-CE31-054C-DC42-32BDBF6497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8577" y="697742"/>
            <a:ext cx="4615221" cy="5489468"/>
          </a:xfrm>
          <a:prstGeom prst="rect">
            <a:avLst/>
          </a:prstGeom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C3969B8E-374B-775A-7F34-A720553F9209}"/>
              </a:ext>
            </a:extLst>
          </p:cNvPr>
          <p:cNvSpPr txBox="1"/>
          <p:nvPr/>
        </p:nvSpPr>
        <p:spPr>
          <a:xfrm>
            <a:off x="838200" y="1861457"/>
            <a:ext cx="471351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/>
              <a:t>Edna, bir </a:t>
            </a:r>
            <a:r>
              <a:rPr lang="tr-TR" sz="2400" b="1" dirty="0"/>
              <a:t>2D </a:t>
            </a:r>
            <a:r>
              <a:rPr lang="tr-TR" sz="2400" b="1" dirty="0" err="1"/>
              <a:t>Platformer</a:t>
            </a:r>
            <a:r>
              <a:rPr lang="tr-TR" sz="2400" dirty="0"/>
              <a:t> oyunudur. Klasik </a:t>
            </a:r>
            <a:r>
              <a:rPr lang="tr-TR" sz="2400" b="1" dirty="0" err="1"/>
              <a:t>platformer</a:t>
            </a:r>
            <a:r>
              <a:rPr lang="tr-TR" sz="2400" dirty="0"/>
              <a:t> mekaniklerinden ayrı olarak </a:t>
            </a:r>
            <a:r>
              <a:rPr lang="tr-TR" sz="2400" b="1" dirty="0"/>
              <a:t>geri sarma </a:t>
            </a:r>
            <a:r>
              <a:rPr lang="tr-TR" sz="2400" dirty="0"/>
              <a:t>ve </a:t>
            </a:r>
            <a:r>
              <a:rPr lang="tr-TR" sz="2400" b="1" dirty="0"/>
              <a:t>karakter kontrol etme </a:t>
            </a:r>
            <a:r>
              <a:rPr lang="tr-TR" sz="2400" dirty="0"/>
              <a:t>mekaniklerine sahiptir.</a:t>
            </a:r>
          </a:p>
          <a:p>
            <a:endParaRPr lang="tr-TR" sz="2400" dirty="0"/>
          </a:p>
          <a:p>
            <a:r>
              <a:rPr lang="tr-TR" sz="2400" dirty="0"/>
              <a:t>R tuşu ile geri sarar, bu yapılan hataları telafi eder.</a:t>
            </a:r>
          </a:p>
          <a:p>
            <a:endParaRPr lang="tr-TR" sz="2400" dirty="0"/>
          </a:p>
          <a:p>
            <a:r>
              <a:rPr lang="tr-TR" sz="2400" dirty="0"/>
              <a:t>Z tuşu ile karakter değiştirir, bu mekanik bulmaca çözmek içindir.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4B54802E-47D8-B4C7-7399-76FF2EFD4C0B}"/>
              </a:ext>
            </a:extLst>
          </p:cNvPr>
          <p:cNvSpPr txBox="1"/>
          <p:nvPr/>
        </p:nvSpPr>
        <p:spPr>
          <a:xfrm>
            <a:off x="838201" y="6187210"/>
            <a:ext cx="54156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/>
              <a:t>[</a:t>
            </a:r>
            <a:r>
              <a:rPr lang="en-US" sz="1400" dirty="0">
                <a:hlinkClick r:id="rId3"/>
              </a:rPr>
              <a:t>Edna - Out of sight, out of control by </a:t>
            </a:r>
            <a:r>
              <a:rPr lang="en-US" sz="1400" dirty="0" err="1">
                <a:hlinkClick r:id="rId3"/>
              </a:rPr>
              <a:t>kcaze</a:t>
            </a:r>
            <a:r>
              <a:rPr lang="en-US" sz="1400" dirty="0">
                <a:hlinkClick r:id="rId3"/>
              </a:rPr>
              <a:t>, Varun R.</a:t>
            </a:r>
            <a:r>
              <a:rPr lang="tr-TR" sz="1400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462102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B8843AF-2303-B01F-5DEA-979377133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Proje: Empati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FFFA018F-41EA-7235-A8FE-8246B14E75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3497" y="1027905"/>
            <a:ext cx="3650304" cy="5137763"/>
          </a:xfrm>
          <a:prstGeom prst="rect">
            <a:avLst/>
          </a:prstGeo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04CBB0B0-CF0B-8A37-3E46-DAF5839E01C7}"/>
              </a:ext>
            </a:extLst>
          </p:cNvPr>
          <p:cNvSpPr txBox="1"/>
          <p:nvPr/>
        </p:nvSpPr>
        <p:spPr>
          <a:xfrm>
            <a:off x="838199" y="1690688"/>
            <a:ext cx="5980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Bu oyunda örnek oyun mekanikleri üzerine eklemeler yapılmış, ayrıca yeni mekanikler eklenmiştir. </a:t>
            </a: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C2314C2B-9E7E-D63A-A1BE-1F03D9260BDB}"/>
              </a:ext>
            </a:extLst>
          </p:cNvPr>
          <p:cNvSpPr txBox="1"/>
          <p:nvPr/>
        </p:nvSpPr>
        <p:spPr>
          <a:xfrm>
            <a:off x="838199" y="2996118"/>
            <a:ext cx="525780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Oyuncu </a:t>
            </a:r>
            <a:r>
              <a:rPr lang="tr-TR" b="1" dirty="0"/>
              <a:t>zamanı geri sarabilir</a:t>
            </a:r>
            <a:r>
              <a:rPr lang="tr-TR" dirty="0"/>
              <a:t>. Fakat en fazla 3 saniye kullanabilir.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Örnek oyundan farklı olarak oyuncu, </a:t>
            </a:r>
            <a:r>
              <a:rPr lang="tr-TR" b="1" dirty="0"/>
              <a:t>karakterler arasında değişim</a:t>
            </a:r>
            <a:r>
              <a:rPr lang="tr-TR" dirty="0"/>
              <a:t> yapabilir. Eğer 15 saniye yapmazsa en yakın karakter ile değişir.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Oyundaki bütün varlıklar birbirine </a:t>
            </a:r>
            <a:r>
              <a:rPr lang="tr-TR" b="1" dirty="0"/>
              <a:t>saldırabilir</a:t>
            </a:r>
            <a:r>
              <a:rPr lang="tr-T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2880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3D0C23D-CB3F-4D70-DA1B-BCEC702C6F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58756"/>
            <a:ext cx="4560651" cy="5418207"/>
          </a:xfrm>
        </p:spPr>
        <p:txBody>
          <a:bodyPr/>
          <a:lstStyle/>
          <a:p>
            <a:pPr marL="0" indent="0" algn="just">
              <a:buNone/>
            </a:pPr>
            <a:r>
              <a:rPr lang="tr-TR" sz="3600" dirty="0" err="1"/>
              <a:t>Yakuphan</a:t>
            </a:r>
            <a:r>
              <a:rPr lang="tr-TR" sz="3600" dirty="0"/>
              <a:t> Salman</a:t>
            </a:r>
          </a:p>
          <a:p>
            <a:pPr marL="0" indent="0" algn="just">
              <a:buNone/>
            </a:pPr>
            <a:endParaRPr lang="tr-TR" sz="3600" dirty="0"/>
          </a:p>
          <a:p>
            <a:pPr algn="just"/>
            <a:r>
              <a:rPr lang="tr-TR" sz="1600" b="1" dirty="0"/>
              <a:t>2D Fizikler</a:t>
            </a:r>
            <a:r>
              <a:rPr lang="tr-TR" sz="1600" dirty="0"/>
              <a:t>: Çarpışma kontrolü, Kuvvet uygulama, Temel fizik elemanları, Engel sınıfı.</a:t>
            </a:r>
          </a:p>
          <a:p>
            <a:pPr algn="just"/>
            <a:r>
              <a:rPr lang="tr-TR" sz="1600" b="1" dirty="0"/>
              <a:t>Mekanikler: </a:t>
            </a:r>
            <a:r>
              <a:rPr lang="tr-TR" sz="1600" dirty="0"/>
              <a:t>Temel saldırı ve zıplama mekanikleri.</a:t>
            </a:r>
            <a:endParaRPr lang="tr-TR" sz="1600" b="1" dirty="0"/>
          </a:p>
          <a:p>
            <a:pPr algn="just"/>
            <a:r>
              <a:rPr lang="tr-TR" sz="1600" b="1" dirty="0"/>
              <a:t>Basit Yapay Zeka</a:t>
            </a:r>
            <a:r>
              <a:rPr lang="tr-TR" sz="1600" dirty="0"/>
              <a:t>: Düşünme ve uygulama temel fonksiyonları ile </a:t>
            </a:r>
            <a:r>
              <a:rPr lang="tr-TR" sz="1600" i="1" dirty="0"/>
              <a:t>devriye gezme</a:t>
            </a:r>
            <a:r>
              <a:rPr lang="tr-TR" sz="1600" dirty="0"/>
              <a:t>, </a:t>
            </a:r>
            <a:r>
              <a:rPr lang="tr-TR" sz="1600" i="1" dirty="0"/>
              <a:t>kovalama</a:t>
            </a:r>
            <a:r>
              <a:rPr lang="tr-TR" sz="1600" dirty="0"/>
              <a:t>, </a:t>
            </a:r>
            <a:r>
              <a:rPr lang="tr-TR" sz="1600" i="1" dirty="0"/>
              <a:t>saldırma</a:t>
            </a:r>
            <a:r>
              <a:rPr lang="tr-TR" sz="1600" dirty="0"/>
              <a:t> durumları içeren bir durum makinesi. </a:t>
            </a:r>
          </a:p>
          <a:p>
            <a:pPr algn="just"/>
            <a:r>
              <a:rPr lang="tr-TR" sz="1600" b="1" dirty="0"/>
              <a:t>Kamera</a:t>
            </a:r>
            <a:r>
              <a:rPr lang="tr-TR" sz="1600" dirty="0"/>
              <a:t>: </a:t>
            </a:r>
            <a:r>
              <a:rPr lang="tr-TR" sz="1600" i="1" dirty="0" err="1"/>
              <a:t>Lerp</a:t>
            </a:r>
            <a:r>
              <a:rPr lang="tr-TR" sz="1600" dirty="0"/>
              <a:t> içeren ve oyuncunun baktığı yöne doğru ötelenen kamera.</a:t>
            </a:r>
          </a:p>
          <a:p>
            <a:pPr algn="just"/>
            <a:r>
              <a:rPr lang="tr-TR" sz="1600" b="1" dirty="0"/>
              <a:t>Girdi Yönetimi</a:t>
            </a:r>
            <a:endParaRPr lang="tr-TR" sz="1600" dirty="0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38DC9EDF-133B-E3CA-6DF7-C0D73AC31369}"/>
              </a:ext>
            </a:extLst>
          </p:cNvPr>
          <p:cNvSpPr txBox="1"/>
          <p:nvPr/>
        </p:nvSpPr>
        <p:spPr>
          <a:xfrm>
            <a:off x="6096000" y="758756"/>
            <a:ext cx="525780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600" dirty="0"/>
              <a:t>Yunus Emre Aydınlı</a:t>
            </a:r>
          </a:p>
          <a:p>
            <a:endParaRPr lang="tr-TR" sz="1600" dirty="0"/>
          </a:p>
          <a:p>
            <a:endParaRPr lang="tr-T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b="1" dirty="0"/>
              <a:t>Mekanikler</a:t>
            </a:r>
            <a:r>
              <a:rPr lang="tr-TR" sz="1600" dirty="0"/>
              <a:t>: Geri sarma, Karakter değişimi</a:t>
            </a:r>
          </a:p>
          <a:p>
            <a:endParaRPr lang="tr-T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b="1" dirty="0"/>
              <a:t>Animasyon</a:t>
            </a:r>
            <a:r>
              <a:rPr lang="tr-TR" sz="1600" dirty="0"/>
              <a:t>: Varlık animasyonları için durum makinesi, </a:t>
            </a:r>
            <a:r>
              <a:rPr lang="tr-TR" sz="1600" i="1" dirty="0" err="1"/>
              <a:t>spritesheet</a:t>
            </a:r>
            <a:r>
              <a:rPr lang="tr-TR" sz="1600" dirty="0"/>
              <a:t> entegrasyonu.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b="1" dirty="0"/>
              <a:t>Ses</a:t>
            </a:r>
            <a:r>
              <a:rPr lang="tr-TR" sz="1600" dirty="0"/>
              <a:t>: Ortam sesleri, müzik üretimi ve ses sınıfı ile entegrasyon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b="1" dirty="0"/>
              <a:t>Sahne</a:t>
            </a:r>
            <a:r>
              <a:rPr lang="tr-TR" sz="1600" dirty="0"/>
              <a:t>: 4 farklı temada arka plan ve </a:t>
            </a:r>
            <a:r>
              <a:rPr lang="tr-TR" sz="1600" i="1" dirty="0"/>
              <a:t>engel</a:t>
            </a:r>
            <a:r>
              <a:rPr lang="tr-TR" sz="1600" dirty="0"/>
              <a:t> objeleri için görsel üretimi, </a:t>
            </a:r>
            <a:r>
              <a:rPr lang="tr-TR" sz="1600" i="1" dirty="0"/>
              <a:t>engel</a:t>
            </a:r>
            <a:r>
              <a:rPr lang="tr-TR" sz="1600" dirty="0"/>
              <a:t> objesi için görsel üretimi ve giydirmesi, bölüm ön girdileri,  sahne yönetimi.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1600" b="1" i="1" dirty="0"/>
          </a:p>
        </p:txBody>
      </p:sp>
    </p:spTree>
    <p:extLst>
      <p:ext uri="{BB962C8B-B14F-4D97-AF65-F5344CB8AC3E}">
        <p14:creationId xmlns:p14="http://schemas.microsoft.com/office/powerpoint/2010/main" val="116146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967E2FB-D6CC-6E00-8121-1933ACB05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20202"/>
            <a:ext cx="10515600" cy="5556761"/>
          </a:xfrm>
        </p:spPr>
        <p:txBody>
          <a:bodyPr/>
          <a:lstStyle/>
          <a:p>
            <a:pPr marL="0" indent="0" algn="ctr">
              <a:buNone/>
            </a:pPr>
            <a:endParaRPr lang="tr-TR" dirty="0"/>
          </a:p>
          <a:p>
            <a:pPr marL="0" indent="0" algn="ctr">
              <a:buNone/>
            </a:pPr>
            <a:endParaRPr lang="tr-TR" dirty="0"/>
          </a:p>
          <a:p>
            <a:pPr marL="0" indent="0" algn="ctr">
              <a:buNone/>
            </a:pPr>
            <a:endParaRPr lang="tr-TR" dirty="0"/>
          </a:p>
          <a:p>
            <a:pPr marL="0" indent="0" algn="ctr">
              <a:buNone/>
            </a:pPr>
            <a:r>
              <a:rPr lang="tr-TR" dirty="0"/>
              <a:t>[https://yakuphansalman.github.io/</a:t>
            </a:r>
            <a:r>
              <a:rPr lang="tr-TR"/>
              <a:t>empathy/]</a:t>
            </a:r>
            <a:endParaRPr lang="tr-TR" dirty="0"/>
          </a:p>
          <a:p>
            <a:pPr marL="0" indent="0" algn="ctr">
              <a:buNone/>
            </a:pPr>
            <a:r>
              <a:rPr lang="tr-TR" dirty="0"/>
              <a:t>[https://github.com/yakuphansalman/empathy]</a:t>
            </a:r>
          </a:p>
          <a:p>
            <a:pPr marL="0" indent="0" algn="ctr">
              <a:buNone/>
            </a:pPr>
            <a:endParaRPr lang="tr-TR" dirty="0"/>
          </a:p>
          <a:p>
            <a:pPr marL="0" indent="0" algn="ctr">
              <a:buNone/>
            </a:pPr>
            <a:endParaRPr lang="tr-TR" dirty="0"/>
          </a:p>
          <a:p>
            <a:pPr marL="0" indent="0" algn="ctr">
              <a:buNone/>
            </a:pPr>
            <a:r>
              <a:rPr lang="tr-TR" sz="1600" dirty="0" err="1"/>
              <a:t>Yakuphan</a:t>
            </a:r>
            <a:r>
              <a:rPr lang="tr-TR" sz="1600" dirty="0"/>
              <a:t> Salman | 24360859081</a:t>
            </a:r>
          </a:p>
          <a:p>
            <a:pPr marL="0" indent="0" algn="ctr">
              <a:buNone/>
            </a:pPr>
            <a:r>
              <a:rPr lang="tr-TR" sz="1600" dirty="0"/>
              <a:t>Yunus Emre Aydınlı | 24360859015</a:t>
            </a:r>
          </a:p>
        </p:txBody>
      </p:sp>
    </p:spTree>
    <p:extLst>
      <p:ext uri="{BB962C8B-B14F-4D97-AF65-F5344CB8AC3E}">
        <p14:creationId xmlns:p14="http://schemas.microsoft.com/office/powerpoint/2010/main" val="752611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</TotalTime>
  <Words>285</Words>
  <Application>Microsoft Office PowerPoint</Application>
  <PresentationFormat>Geniş ekran</PresentationFormat>
  <Paragraphs>41</Paragraphs>
  <Slides>5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5</vt:i4>
      </vt:variant>
    </vt:vector>
  </HeadingPairs>
  <TitlesOfParts>
    <vt:vector size="10" baseType="lpstr">
      <vt:lpstr>Agency FB</vt:lpstr>
      <vt:lpstr>Aptos</vt:lpstr>
      <vt:lpstr>Aptos Display</vt:lpstr>
      <vt:lpstr>Arial</vt:lpstr>
      <vt:lpstr>Office Teması</vt:lpstr>
      <vt:lpstr>Web Tabanlı Programlama 1. Proje Ödevi</vt:lpstr>
      <vt:lpstr>Örnek Oyun: Edna</vt:lpstr>
      <vt:lpstr>Proje: Empati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YAKUPHAN SALMAN</dc:creator>
  <cp:lastModifiedBy>YAKUPHAN SALMAN</cp:lastModifiedBy>
  <cp:revision>3</cp:revision>
  <dcterms:created xsi:type="dcterms:W3CDTF">2026-05-14T17:48:15Z</dcterms:created>
  <dcterms:modified xsi:type="dcterms:W3CDTF">2026-05-14T19:08:28Z</dcterms:modified>
</cp:coreProperties>
</file>